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75" r:id="rId4"/>
    <p:sldId id="276" r:id="rId5"/>
    <p:sldId id="277" r:id="rId6"/>
    <p:sldId id="274" r:id="rId7"/>
    <p:sldId id="273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  <a:pPr/>
              <a:t>05/25/2023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  <a:t>05/25/2023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  <a:t>05/25/2023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  <a:t>05/25/2023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  <a:t>05/25/2023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  <a:t>05/25/2023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  <a:t>05/25/2023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  <a:t>05/25/2023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  <a:t>05/25/2023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  <a:t>05/25/2023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  <a:t>05/25/2023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  <a:t>05/25/2023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  <a:t>05/25/2023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  <a:t>05/25/2023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  <a:t>05/25/2023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  <a:t>05/25/2023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  <a:t>05/25/2023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  <a:t>05/25/2023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72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84938" y="1397977"/>
            <a:ext cx="6427177" cy="2637693"/>
          </a:xfrm>
        </p:spPr>
        <p:txBody>
          <a:bodyPr/>
          <a:lstStyle/>
          <a:p>
            <a:pPr algn="ctr"/>
            <a:r>
              <a:rPr lang="en-US" sz="3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Farg</a:t>
            </a:r>
            <a:r>
              <a:rPr lang="en-US" sz="3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’ona</a:t>
            </a:r>
            <a:r>
              <a:rPr lang="en-US" sz="32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viloyati</a:t>
            </a:r>
            <a:r>
              <a:rPr lang="en-US" sz="32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Bag’dod</a:t>
            </a:r>
            <a:r>
              <a:rPr lang="en-US" sz="32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tumani</a:t>
            </a:r>
            <a:r>
              <a:rPr lang="en-US" sz="3200" dirty="0" smtClean="0">
                <a:latin typeface="Arial" panose="020B0604020202020204" pitchFamily="34" charset="0"/>
                <a:cs typeface="Arial" panose="020B0604020202020204" pitchFamily="34" charset="0"/>
              </a:rPr>
              <a:t> 46 – </a:t>
            </a:r>
            <a:r>
              <a:rPr lang="en-US" sz="3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maktab</a:t>
            </a:r>
            <a:r>
              <a:rPr lang="en-US" sz="32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veb</a:t>
            </a:r>
            <a:r>
              <a:rPr lang="en-US" sz="32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saytini</a:t>
            </a:r>
            <a:r>
              <a:rPr lang="en-US" sz="32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yaratish</a:t>
            </a: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4677508" y="5732585"/>
            <a:ext cx="6664569" cy="386860"/>
          </a:xfrm>
        </p:spPr>
        <p:txBody>
          <a:bodyPr>
            <a:normAutofit/>
          </a:bodyPr>
          <a:lstStyle/>
          <a:p>
            <a:r>
              <a:rPr lang="en-US" dirty="0" smtClean="0"/>
              <a:t>										</a:t>
            </a:r>
            <a:r>
              <a:rPr lang="en-US" sz="1700" dirty="0" smtClean="0"/>
              <a:t>Yunusov Azizbek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36640902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3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Mavzuning</a:t>
            </a:r>
            <a:r>
              <a:rPr lang="en-US" sz="32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dolzarbligi</a:t>
            </a: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260462" y="2321170"/>
            <a:ext cx="8825659" cy="4132384"/>
          </a:xfrm>
        </p:spPr>
        <p:txBody>
          <a:bodyPr>
            <a:normAutofit fontScale="92500"/>
          </a:bodyPr>
          <a:lstStyle/>
          <a:p>
            <a:r>
              <a:rPr lang="uz-Cyrl-UZ" sz="1500" b="1" dirty="0" smtClean="0">
                <a:latin typeface="Arial" panose="020B0604020202020204" pitchFamily="34" charset="0"/>
                <a:cs typeface="Arial" panose="020B0604020202020204" pitchFamily="34" charset="0"/>
              </a:rPr>
              <a:t>Ish </a:t>
            </a:r>
            <a:r>
              <a:rPr lang="uz-Cyrl-UZ" sz="1500" b="1" dirty="0">
                <a:latin typeface="Arial" panose="020B0604020202020204" pitchFamily="34" charset="0"/>
                <a:cs typeface="Arial" panose="020B0604020202020204" pitchFamily="34" charset="0"/>
              </a:rPr>
              <a:t>jarayonlarining tezlashtirilishi</a:t>
            </a:r>
            <a:r>
              <a:rPr lang="uz-Cyrl-UZ" sz="1500" dirty="0">
                <a:latin typeface="Arial" panose="020B0604020202020204" pitchFamily="34" charset="0"/>
                <a:cs typeface="Arial" panose="020B0604020202020204" pitchFamily="34" charset="0"/>
              </a:rPr>
              <a:t>: Avtomatlashtirilgan tizimlar va protsedurlar o’quvchilarni, o'qituvchilarni va administrativ xodimlarni qo'lda o'rganish va samarali bajarishga yordam beradi. Bu, o'qitish, baholash va ma'muriy ishlar kabi jarayonlarni tezlashtiradi, bu esa maktabning effektivligini oshiradi</a:t>
            </a:r>
            <a:endParaRPr lang="en-US" sz="15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uz-Cyrl-UZ" sz="1500" b="1" dirty="0" smtClean="0">
                <a:latin typeface="Arial" panose="020B0604020202020204" pitchFamily="34" charset="0"/>
                <a:cs typeface="Arial" panose="020B0604020202020204" pitchFamily="34" charset="0"/>
              </a:rPr>
              <a:t>Xatolar </a:t>
            </a:r>
            <a:r>
              <a:rPr lang="uz-Cyrl-UZ" sz="1500" b="1" dirty="0">
                <a:latin typeface="Arial" panose="020B0604020202020204" pitchFamily="34" charset="0"/>
                <a:cs typeface="Arial" panose="020B0604020202020204" pitchFamily="34" charset="0"/>
              </a:rPr>
              <a:t>sonini kamaytirish</a:t>
            </a:r>
            <a:r>
              <a:rPr lang="uz-Cyrl-UZ" sz="1500" dirty="0">
                <a:latin typeface="Arial" panose="020B0604020202020204" pitchFamily="34" charset="0"/>
                <a:cs typeface="Arial" panose="020B0604020202020204" pitchFamily="34" charset="0"/>
              </a:rPr>
              <a:t>: Avtomatik tizimla, inson faktoriga bog'liq xatolar sonini kamaytiradi. O’quvchilarning yozuvlari, baholari, hisobotlari va boshqa ma'lumotlar avtomatik ravishda to'plangan va hisob-kitob tizimlari orqali bajariladi, bu esa xato va qo'shma ma'lumotlar sonini kamaytiradi</a:t>
            </a:r>
            <a:r>
              <a:rPr lang="en-US" sz="15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uz-Cyrl-UZ" sz="1500" b="1" dirty="0">
                <a:latin typeface="Arial" panose="020B0604020202020204" pitchFamily="34" charset="0"/>
                <a:cs typeface="Arial" panose="020B0604020202020204" pitchFamily="34" charset="0"/>
              </a:rPr>
              <a:t>Ma'lumotlarga tez va osonlik bilan kirish</a:t>
            </a:r>
            <a:r>
              <a:rPr lang="uz-Cyrl-UZ" sz="1500" dirty="0">
                <a:latin typeface="Arial" panose="020B0604020202020204" pitchFamily="34" charset="0"/>
                <a:cs typeface="Arial" panose="020B0604020202020204" pitchFamily="34" charset="0"/>
              </a:rPr>
              <a:t>: Avtomatlashtirilgan tizimlar orqali ma'lumotlarga tez va osonlik bilan kirish imkonini beradi. O’quvchilarning yutuqlari, sinov natijalari, vazifalar, veb-saytlar, onlayn darslar kabi ma'lumotlar elektron shaklda to'plangan va o'qishga qulaylik yaratadi.</a:t>
            </a:r>
            <a:endParaRPr 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uz-Cyrl-UZ" sz="1500" b="1" dirty="0">
                <a:latin typeface="Arial" panose="020B0604020202020204" pitchFamily="34" charset="0"/>
                <a:cs typeface="Arial" panose="020B0604020202020204" pitchFamily="34" charset="0"/>
              </a:rPr>
              <a:t>Kommunikatsiyani kuchaytirish</a:t>
            </a:r>
            <a:r>
              <a:rPr lang="uz-Cyrl-UZ" sz="1500" dirty="0">
                <a:latin typeface="Arial" panose="020B0604020202020204" pitchFamily="34" charset="0"/>
                <a:cs typeface="Arial" panose="020B0604020202020204" pitchFamily="34" charset="0"/>
              </a:rPr>
              <a:t>: Avtomatik tizimlar ota-onalar bilan, o'qituvchilar bilan va administrativ xodimlar bilan aloqalarni kuchaytiradi. Elektron pochta, SMS xabarlar, o'qituvchilar va ota-onalar portallari yordamida yangiliklar, yutuqlar, xarajatlar va boshqa muhim ma'lumotlar avtomatik ravishda tarqatiladi</a:t>
            </a:r>
            <a:r>
              <a:rPr lang="uz-Cyrl-UZ" sz="15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15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500" b="1" dirty="0" err="1">
                <a:latin typeface="Arial" panose="020B0604020202020204" pitchFamily="34" charset="0"/>
                <a:cs typeface="Arial" panose="020B0604020202020204" pitchFamily="34" charset="0"/>
              </a:rPr>
              <a:t>Tizimli</a:t>
            </a: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b="1" dirty="0" err="1">
                <a:latin typeface="Arial" panose="020B0604020202020204" pitchFamily="34" charset="0"/>
                <a:cs typeface="Arial" panose="020B0604020202020204" pitchFamily="34" charset="0"/>
              </a:rPr>
              <a:t>ma'lumotlar</a:t>
            </a: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b="1" dirty="0" err="1">
                <a:latin typeface="Arial" panose="020B0604020202020204" pitchFamily="34" charset="0"/>
                <a:cs typeface="Arial" panose="020B0604020202020204" pitchFamily="34" charset="0"/>
              </a:rPr>
              <a:t>boshqarish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Avtomatlashtirish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o'quv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dasturlarini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boshqarish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dars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jadvalini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tuzish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talabalarning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ma'lumotlarini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saqlash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ularga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kirish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imkonini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beradi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. Bu,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administrativ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ishlar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ma'muriy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vazifalarni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osonlashtiradi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n-US" sz="15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19761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>
                <a:latin typeface="Arial" panose="020B0604020202020204" pitchFamily="34" charset="0"/>
                <a:cs typeface="Arial" panose="020B0604020202020204" pitchFamily="34" charset="0"/>
              </a:rPr>
              <a:t>Lohiyaning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 smtClean="0">
                <a:latin typeface="Arial" panose="020B0604020202020204" pitchFamily="34" charset="0"/>
                <a:cs typeface="Arial" panose="020B0604020202020204" pitchFamily="34" charset="0"/>
              </a:rPr>
              <a:t>asosiy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 smtClean="0">
                <a:latin typeface="Arial" panose="020B0604020202020204" pitchFamily="34" charset="0"/>
                <a:cs typeface="Arial" panose="020B0604020202020204" pitchFamily="34" charset="0"/>
              </a:rPr>
              <a:t>maqsadi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54954" y="2426677"/>
            <a:ext cx="8825659" cy="3894992"/>
          </a:xfrm>
        </p:spPr>
        <p:txBody>
          <a:bodyPr>
            <a:normAutofit fontScale="47500" lnSpcReduction="20000"/>
          </a:bodyPr>
          <a:lstStyle/>
          <a:p>
            <a:r>
              <a:rPr lang="en-US" sz="2900" b="1" dirty="0" err="1">
                <a:latin typeface="Arial" panose="020B0604020202020204" pitchFamily="34" charset="0"/>
                <a:cs typeface="Arial" panose="020B0604020202020204" pitchFamily="34" charset="0"/>
              </a:rPr>
              <a:t>O'quv</a:t>
            </a:r>
            <a:r>
              <a:rPr lang="en-US" sz="29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latin typeface="Arial" panose="020B0604020202020204" pitchFamily="34" charset="0"/>
                <a:cs typeface="Arial" panose="020B0604020202020204" pitchFamily="34" charset="0"/>
              </a:rPr>
              <a:t>jarayonlarini</a:t>
            </a:r>
            <a:r>
              <a:rPr lang="en-US" sz="29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latin typeface="Arial" panose="020B0604020202020204" pitchFamily="34" charset="0"/>
                <a:cs typeface="Arial" panose="020B0604020202020204" pitchFamily="34" charset="0"/>
              </a:rPr>
              <a:t>samarali</a:t>
            </a:r>
            <a:r>
              <a:rPr lang="en-US" sz="29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29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latin typeface="Arial" panose="020B0604020202020204" pitchFamily="34" charset="0"/>
                <a:cs typeface="Arial" panose="020B0604020202020204" pitchFamily="34" charset="0"/>
              </a:rPr>
              <a:t>tezlashtirish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Avtomatlashtirish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o'quv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jarayonlarini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samarali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tez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samarador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bajarishga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yo'l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qo'yadi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. Bu,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o'quvchilarning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ta'limning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yuqori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sifatida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qolishini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ta'minlayadi</a:t>
            </a:r>
            <a:r>
              <a:rPr lang="en-US" sz="29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en-US" sz="2900" b="1" dirty="0" err="1">
                <a:latin typeface="Arial" panose="020B0604020202020204" pitchFamily="34" charset="0"/>
                <a:cs typeface="Arial" panose="020B0604020202020204" pitchFamily="34" charset="0"/>
              </a:rPr>
              <a:t>Bireysel</a:t>
            </a:r>
            <a:r>
              <a:rPr lang="en-US" sz="29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latin typeface="Arial" panose="020B0604020202020204" pitchFamily="34" charset="0"/>
                <a:cs typeface="Arial" panose="020B0604020202020204" pitchFamily="34" charset="0"/>
              </a:rPr>
              <a:t>o'quv</a:t>
            </a:r>
            <a:r>
              <a:rPr lang="en-US" sz="29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latin typeface="Arial" panose="020B0604020202020204" pitchFamily="34" charset="0"/>
                <a:cs typeface="Arial" panose="020B0604020202020204" pitchFamily="34" charset="0"/>
              </a:rPr>
              <a:t>yo'nalishlarini</a:t>
            </a:r>
            <a:r>
              <a:rPr lang="en-US" sz="29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latin typeface="Arial" panose="020B0604020202020204" pitchFamily="34" charset="0"/>
                <a:cs typeface="Arial" panose="020B0604020202020204" pitchFamily="34" charset="0"/>
              </a:rPr>
              <a:t>taqdim</a:t>
            </a:r>
            <a:r>
              <a:rPr lang="en-US" sz="29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latin typeface="Arial" panose="020B0604020202020204" pitchFamily="34" charset="0"/>
                <a:cs typeface="Arial" panose="020B0604020202020204" pitchFamily="34" charset="0"/>
              </a:rPr>
              <a:t>etish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Avtomatlashtirish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o'quvchilarni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o'zlarining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bireysel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talabalari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talabalariga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mos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ta'lim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topishlari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uchun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muhim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ma'lumotlarni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taqdim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etish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imkonini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beradi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. Bu,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o'quvchilarni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o'zlarini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qiziqtirgan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sohalar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rivojlantirish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uchun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qo'llab-quvvatlash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imkonini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beradi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en-US" sz="2900" b="1" dirty="0" err="1">
                <a:latin typeface="Arial" panose="020B0604020202020204" pitchFamily="34" charset="0"/>
                <a:cs typeface="Arial" panose="020B0604020202020204" pitchFamily="34" charset="0"/>
              </a:rPr>
              <a:t>Baholash</a:t>
            </a:r>
            <a:r>
              <a:rPr lang="en-US" sz="29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29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latin typeface="Arial" panose="020B0604020202020204" pitchFamily="34" charset="0"/>
                <a:cs typeface="Arial" panose="020B0604020202020204" pitchFamily="34" charset="0"/>
              </a:rPr>
              <a:t>reytinglarni</a:t>
            </a:r>
            <a:r>
              <a:rPr lang="en-US" sz="29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latin typeface="Arial" panose="020B0604020202020204" pitchFamily="34" charset="0"/>
                <a:cs typeface="Arial" panose="020B0604020202020204" pitchFamily="34" charset="0"/>
              </a:rPr>
              <a:t>avtomatiklashtirish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Avtomatlashtirish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tizimlari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talabalarning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baholari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reytinglari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yutuqlarini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avtomatik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ravishda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hisoblash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imkonini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beradi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. Bu,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baholash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jarayonini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avtomatiklashtirib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o'qituvchilar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o'quvchilarning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vaqt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energiyasini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tejashga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yordam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beradi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900" b="1" dirty="0" err="1">
                <a:latin typeface="Arial" panose="020B0604020202020204" pitchFamily="34" charset="0"/>
                <a:cs typeface="Arial" panose="020B0604020202020204" pitchFamily="34" charset="0"/>
              </a:rPr>
              <a:t>Administrativ</a:t>
            </a:r>
            <a:r>
              <a:rPr lang="en-US" sz="29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latin typeface="Arial" panose="020B0604020202020204" pitchFamily="34" charset="0"/>
                <a:cs typeface="Arial" panose="020B0604020202020204" pitchFamily="34" charset="0"/>
              </a:rPr>
              <a:t>ishlar</a:t>
            </a:r>
            <a:r>
              <a:rPr lang="en-US" sz="29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29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latin typeface="Arial" panose="020B0604020202020204" pitchFamily="34" charset="0"/>
                <a:cs typeface="Arial" panose="020B0604020202020204" pitchFamily="34" charset="0"/>
              </a:rPr>
              <a:t>ma'muriy</a:t>
            </a:r>
            <a:r>
              <a:rPr lang="en-US" sz="29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latin typeface="Arial" panose="020B0604020202020204" pitchFamily="34" charset="0"/>
                <a:cs typeface="Arial" panose="020B0604020202020204" pitchFamily="34" charset="0"/>
              </a:rPr>
              <a:t>vazifalarni</a:t>
            </a:r>
            <a:r>
              <a:rPr lang="en-US" sz="29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latin typeface="Arial" panose="020B0604020202020204" pitchFamily="34" charset="0"/>
                <a:cs typeface="Arial" panose="020B0604020202020204" pitchFamily="34" charset="0"/>
              </a:rPr>
              <a:t>osonlashtirish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Avtomatlashtirish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maktab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administratsiyasining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ma'muriy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xizmatlarining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ishlarini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osonlashtirish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ma'lumotlar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almashinuvi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hisobotlar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moliyaviy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jarayonlar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boshqa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administrativ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vazifalarni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avtomatik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ravishda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bajarish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imkonini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beradi</a:t>
            </a:r>
            <a:r>
              <a:rPr lang="en-US" sz="29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en-US" sz="2900" b="1" dirty="0">
                <a:latin typeface="Arial" panose="020B0604020202020204" pitchFamily="34" charset="0"/>
                <a:cs typeface="Arial" panose="020B0604020202020204" pitchFamily="34" charset="0"/>
              </a:rPr>
              <a:t>Ota-</a:t>
            </a:r>
            <a:r>
              <a:rPr lang="en-US" sz="2900" b="1" dirty="0" err="1">
                <a:latin typeface="Arial" panose="020B0604020202020204" pitchFamily="34" charset="0"/>
                <a:cs typeface="Arial" panose="020B0604020202020204" pitchFamily="34" charset="0"/>
              </a:rPr>
              <a:t>onalar</a:t>
            </a:r>
            <a:r>
              <a:rPr lang="en-US" sz="29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latin typeface="Arial" panose="020B0604020202020204" pitchFamily="34" charset="0"/>
                <a:cs typeface="Arial" panose="020B0604020202020204" pitchFamily="34" charset="0"/>
              </a:rPr>
              <a:t>bilan</a:t>
            </a:r>
            <a:r>
              <a:rPr lang="en-US" sz="29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latin typeface="Arial" panose="020B0604020202020204" pitchFamily="34" charset="0"/>
                <a:cs typeface="Arial" panose="020B0604020202020204" pitchFamily="34" charset="0"/>
              </a:rPr>
              <a:t>aloqalarni</a:t>
            </a:r>
            <a:r>
              <a:rPr lang="en-US" sz="29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latin typeface="Arial" panose="020B0604020202020204" pitchFamily="34" charset="0"/>
                <a:cs typeface="Arial" panose="020B0604020202020204" pitchFamily="34" charset="0"/>
              </a:rPr>
              <a:t>kuchaytirish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Avtomatlashtirish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tizimlari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ota-onalar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bilan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aloqalar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ma'lumot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almashinuvi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uchun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platformalar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ma'lumotlar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taqdim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etish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tizimlari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tajribali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kommunikatsiya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vositalarini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taqdim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etadi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. Bu,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ota-onalar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maktab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o'rtasidagi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aloqalarni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kuchaytiradi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ota-onalar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uchun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talabalarning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yutuqlari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o'quv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rejalari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haqida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ma'lumotlarni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osonlik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bilan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olishga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imkon</a:t>
            </a: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dirty="0" err="1">
                <a:latin typeface="Arial" panose="020B0604020202020204" pitchFamily="34" charset="0"/>
                <a:cs typeface="Arial" panose="020B0604020202020204" pitchFamily="34" charset="0"/>
              </a:rPr>
              <a:t>berad</a:t>
            </a:r>
            <a:endParaRPr lang="en-US" sz="29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57518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Uning</a:t>
            </a:r>
            <a:r>
              <a:rPr lang="en-US" dirty="0" smtClean="0"/>
              <a:t> </a:t>
            </a:r>
            <a:r>
              <a:rPr lang="en-US" dirty="0" err="1" smtClean="0"/>
              <a:t>vazifalari</a:t>
            </a:r>
            <a:r>
              <a:rPr lang="en-US" dirty="0" smtClean="0"/>
              <a:t>: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54954" y="2479431"/>
            <a:ext cx="8825659" cy="3540369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33784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err="1" smtClean="0">
                <a:latin typeface="Arial" panose="020B0604020202020204" pitchFamily="34" charset="0"/>
                <a:cs typeface="Arial" panose="020B0604020202020204" pitchFamily="34" charset="0"/>
              </a:rPr>
              <a:t>Maktab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 smtClean="0">
                <a:latin typeface="Arial" panose="020B0604020202020204" pitchFamily="34" charset="0"/>
                <a:cs typeface="Arial" panose="020B0604020202020204" pitchFamily="34" charset="0"/>
              </a:rPr>
              <a:t>faoliyatini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 smtClean="0">
                <a:latin typeface="Arial" panose="020B0604020202020204" pitchFamily="34" charset="0"/>
                <a:cs typeface="Arial" panose="020B0604020202020204" pitchFamily="34" charset="0"/>
              </a:rPr>
              <a:t>avtomatlashtirishni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 smtClean="0">
                <a:latin typeface="Arial" panose="020B0604020202020204" pitchFamily="34" charset="0"/>
                <a:cs typeface="Arial" panose="020B0604020202020204" pitchFamily="34" charset="0"/>
              </a:rPr>
              <a:t>bir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 smtClean="0">
                <a:latin typeface="Arial" panose="020B0604020202020204" pitchFamily="34" charset="0"/>
                <a:cs typeface="Arial" panose="020B0604020202020204" pitchFamily="34" charset="0"/>
              </a:rPr>
              <a:t>nechta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 smtClean="0">
                <a:latin typeface="Arial" panose="020B0604020202020204" pitchFamily="34" charset="0"/>
                <a:cs typeface="Arial" panose="020B0604020202020204" pitchFamily="34" charset="0"/>
              </a:rPr>
              <a:t>foydali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taraflari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 smtClean="0">
                <a:latin typeface="Arial" panose="020B0604020202020204" pitchFamily="34" charset="0"/>
                <a:cs typeface="Arial" panose="020B0604020202020204" pitchFamily="34" charset="0"/>
              </a:rPr>
              <a:t>mavjud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54954" y="2444262"/>
            <a:ext cx="8825659" cy="3886200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Qulaylik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samaradorlik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Avtomatlashtirilgan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tizimlar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administrativ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vazifalarni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bajarish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ma'lumotlar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bilan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ishlashni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avtomatiklashtiradi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Bu,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ruxsatnoma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ro'yhatlar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davomad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baholar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muloqotlar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boshqalar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kabi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jarayonlarda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qulaylik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samaradorlikni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oshiradi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Ma'lumotlar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analizi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Avtomatlashtirilgan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tizimlar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o'quvchilar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haqida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ma'lumotlar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to'plab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saqlab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qo'yish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analiz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qilishga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imkon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beradi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Bu,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o'quv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jarayonini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nazorat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qilish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talabalarning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yeteneklarini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muvaffaqiyatlarini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o'rganish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harakatlarini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baholashda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yordam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beradi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O'quvchi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ota-onalarning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qo'llab-quvvatlanishi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Avtomatlashtirilgan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tizimlar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o'quvchi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ota-onalar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bilan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o'rtacha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muloqotni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oshirishga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yordam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beradi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Bu,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elektron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pochta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SMS,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ilova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orqali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xabarlar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veb-saytlar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boshqalar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kabi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kommunikatsiya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vositalarini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qo'llash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orqali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amalga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oshiriladi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Ro'yhatlarni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boshqarish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Avtomatlashtirilgan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tizimlar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 smtClean="0">
                <a:latin typeface="Arial" panose="020B0604020202020204" pitchFamily="34" charset="0"/>
                <a:cs typeface="Arial" panose="020B0604020202020204" pitchFamily="34" charset="0"/>
              </a:rPr>
              <a:t>o’quvchilarni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 smtClean="0">
                <a:latin typeface="Arial" panose="020B0604020202020204" pitchFamily="34" charset="0"/>
                <a:cs typeface="Arial" panose="020B0604020202020204" pitchFamily="34" charset="0"/>
              </a:rPr>
              <a:t>ro'yhatga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olish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ro'yhatni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yangilashni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osonlashtiradi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Bunda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talabalarning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ma'lumotlari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tug'ilgan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kunlari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o'quv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yo'nalishlari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boshqalar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kabi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ma'lumotlar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avtomatik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ravishda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kiritiladi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3628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54954" y="562709"/>
            <a:ext cx="8825659" cy="1310053"/>
          </a:xfrm>
        </p:spPr>
        <p:txBody>
          <a:bodyPr/>
          <a:lstStyle/>
          <a:p>
            <a:r>
              <a:rPr lang="en-US" sz="1800" dirty="0"/>
              <a:t/>
            </a:r>
            <a:br>
              <a:rPr lang="en-US" sz="1800" dirty="0"/>
            </a:br>
            <a:r>
              <a:rPr lang="en-US" sz="1700" dirty="0" err="1"/>
              <a:t>Xaridor</a:t>
            </a:r>
            <a:r>
              <a:rPr lang="en-US" sz="1700" dirty="0"/>
              <a:t> </a:t>
            </a:r>
            <a:r>
              <a:rPr lang="en-US" sz="1700" dirty="0" err="1"/>
              <a:t>buyurtma</a:t>
            </a:r>
            <a:r>
              <a:rPr lang="en-US" sz="1700" dirty="0"/>
              <a:t> </a:t>
            </a:r>
            <a:r>
              <a:rPr lang="en-US" sz="1700" dirty="0" err="1"/>
              <a:t>berish</a:t>
            </a:r>
            <a:r>
              <a:rPr lang="en-US" sz="1700" dirty="0"/>
              <a:t> </a:t>
            </a:r>
            <a:r>
              <a:rPr lang="en-US" sz="1700" dirty="0" err="1"/>
              <a:t>uchun</a:t>
            </a:r>
            <a:r>
              <a:rPr lang="en-US" sz="1700" dirty="0"/>
              <a:t> </a:t>
            </a:r>
            <a:r>
              <a:rPr lang="en-US" sz="1700" dirty="0" err="1"/>
              <a:t>profil</a:t>
            </a:r>
            <a:r>
              <a:rPr lang="en-US" sz="1700" dirty="0"/>
              <a:t> </a:t>
            </a:r>
            <a:r>
              <a:rPr lang="en-US" sz="1700" dirty="0" err="1"/>
              <a:t>ochishi</a:t>
            </a:r>
            <a:r>
              <a:rPr lang="en-US" sz="1700" dirty="0"/>
              <a:t> </a:t>
            </a:r>
            <a:r>
              <a:rPr lang="en-US" sz="1700" dirty="0" err="1"/>
              <a:t>lozim</a:t>
            </a:r>
            <a:r>
              <a:rPr lang="en-US" sz="1700" dirty="0"/>
              <a:t>, </a:t>
            </a:r>
            <a:r>
              <a:rPr lang="en-US" sz="1700" dirty="0" err="1"/>
              <a:t>birinchi</a:t>
            </a:r>
            <a:r>
              <a:rPr lang="en-US" sz="1700" dirty="0"/>
              <a:t> </a:t>
            </a:r>
            <a:r>
              <a:rPr lang="en-US" sz="1700" dirty="0" err="1"/>
              <a:t>navbatda</a:t>
            </a:r>
            <a:r>
              <a:rPr lang="en-US" sz="1700" dirty="0"/>
              <a:t> </a:t>
            </a:r>
            <a:r>
              <a:rPr lang="en-US" sz="1700" dirty="0" err="1"/>
              <a:t>mijoz</a:t>
            </a:r>
            <a:r>
              <a:rPr lang="en-US" sz="1700" dirty="0"/>
              <a:t> </a:t>
            </a:r>
            <a:r>
              <a:rPr lang="en-US" sz="1700" dirty="0" err="1"/>
              <a:t>tizimda</a:t>
            </a:r>
            <a:r>
              <a:rPr lang="en-US" sz="1700" dirty="0"/>
              <a:t> </a:t>
            </a:r>
            <a:r>
              <a:rPr lang="en-US" sz="1700" dirty="0" err="1"/>
              <a:t>yangi</a:t>
            </a:r>
            <a:r>
              <a:rPr lang="en-US" sz="1700" dirty="0"/>
              <a:t> </a:t>
            </a:r>
            <a:r>
              <a:rPr lang="en-US" sz="1700" dirty="0" err="1"/>
              <a:t>bo’lsa</a:t>
            </a:r>
            <a:r>
              <a:rPr lang="en-US" sz="1700" dirty="0"/>
              <a:t> </a:t>
            </a:r>
            <a:r>
              <a:rPr lang="en-US" sz="1700" dirty="0" err="1"/>
              <a:t>registratsiyadan</a:t>
            </a:r>
            <a:r>
              <a:rPr lang="en-US" sz="1700" dirty="0"/>
              <a:t> </a:t>
            </a:r>
            <a:r>
              <a:rPr lang="en-US" sz="1700" dirty="0" err="1"/>
              <a:t>o’tishim</a:t>
            </a:r>
            <a:r>
              <a:rPr lang="en-US" sz="1700" dirty="0"/>
              <a:t> </a:t>
            </a:r>
            <a:r>
              <a:rPr lang="en-US" sz="1700" dirty="0" err="1"/>
              <a:t>kerak</a:t>
            </a:r>
            <a:r>
              <a:rPr lang="en-US" sz="1700" dirty="0"/>
              <a:t> </a:t>
            </a:r>
            <a:r>
              <a:rPr lang="en-US" sz="1700" dirty="0" err="1"/>
              <a:t>buning</a:t>
            </a:r>
            <a:r>
              <a:rPr lang="en-US" sz="1700" dirty="0"/>
              <a:t> </a:t>
            </a:r>
            <a:r>
              <a:rPr lang="en-US" sz="1700" dirty="0" err="1"/>
              <a:t>uchun</a:t>
            </a:r>
            <a:r>
              <a:rPr lang="en-US" sz="1700" dirty="0"/>
              <a:t> </a:t>
            </a:r>
            <a:r>
              <a:rPr lang="en-US" sz="1700" dirty="0" err="1"/>
              <a:t>undan</a:t>
            </a:r>
            <a:r>
              <a:rPr lang="en-US" sz="1700" dirty="0"/>
              <a:t> “</a:t>
            </a:r>
            <a:r>
              <a:rPr lang="en-US" sz="1700" dirty="0" err="1"/>
              <a:t>Ismi</a:t>
            </a:r>
            <a:r>
              <a:rPr lang="en-US" sz="1700" dirty="0"/>
              <a:t>”, “</a:t>
            </a:r>
            <a:r>
              <a:rPr lang="en-US" sz="1700" dirty="0" err="1"/>
              <a:t>elektron-pochta</a:t>
            </a:r>
            <a:r>
              <a:rPr lang="en-US" sz="1700" dirty="0"/>
              <a:t>“ </a:t>
            </a:r>
            <a:r>
              <a:rPr lang="en-US" sz="1700" dirty="0" err="1"/>
              <a:t>va</a:t>
            </a:r>
            <a:r>
              <a:rPr lang="en-US" sz="1700" dirty="0"/>
              <a:t> “</a:t>
            </a:r>
            <a:r>
              <a:rPr lang="en-US" sz="1700" dirty="0" err="1"/>
              <a:t>parol</a:t>
            </a:r>
            <a:r>
              <a:rPr lang="en-US" sz="1700" dirty="0"/>
              <a:t>” </a:t>
            </a:r>
            <a:r>
              <a:rPr lang="en-US" sz="1700" dirty="0" err="1"/>
              <a:t>talab</a:t>
            </a:r>
            <a:r>
              <a:rPr lang="en-US" sz="1700" dirty="0"/>
              <a:t> </a:t>
            </a:r>
            <a:r>
              <a:rPr lang="en-US" sz="1700" dirty="0" err="1"/>
              <a:t>qilinadi</a:t>
            </a:r>
            <a:r>
              <a:rPr lang="en-US" sz="1700" dirty="0"/>
              <a:t> </a:t>
            </a:r>
            <a:r>
              <a:rPr lang="en-US" sz="1700" dirty="0" err="1"/>
              <a:t>so’ng</a:t>
            </a:r>
            <a:r>
              <a:rPr lang="en-US" sz="1700" dirty="0"/>
              <a:t> </a:t>
            </a:r>
            <a:r>
              <a:rPr lang="en-US" sz="1700" dirty="0" err="1"/>
              <a:t>kiritilgan</a:t>
            </a:r>
            <a:r>
              <a:rPr lang="en-US" sz="1700" dirty="0"/>
              <a:t> “</a:t>
            </a:r>
            <a:r>
              <a:rPr lang="en-US" sz="1700" dirty="0" err="1"/>
              <a:t>elektron-pochta</a:t>
            </a:r>
            <a:r>
              <a:rPr lang="en-US" sz="1700" dirty="0"/>
              <a:t>” </a:t>
            </a:r>
            <a:r>
              <a:rPr lang="en-US" sz="1700" dirty="0" err="1"/>
              <a:t>manzilga</a:t>
            </a:r>
            <a:r>
              <a:rPr lang="en-US" sz="1700" dirty="0"/>
              <a:t> </a:t>
            </a:r>
            <a:r>
              <a:rPr lang="en-US" sz="1700" dirty="0" err="1"/>
              <a:t>tasdiqlash</a:t>
            </a:r>
            <a:r>
              <a:rPr lang="en-US" sz="1700" dirty="0"/>
              <a:t> </a:t>
            </a:r>
            <a:r>
              <a:rPr lang="en-US" sz="1700" dirty="0" err="1"/>
              <a:t>kodi</a:t>
            </a:r>
            <a:r>
              <a:rPr lang="en-US" sz="1700" dirty="0"/>
              <a:t>(OTP) </a:t>
            </a:r>
            <a:r>
              <a:rPr lang="en-US" sz="1700" dirty="0" err="1" smtClean="0"/>
              <a:t>yuboriladi</a:t>
            </a:r>
            <a:r>
              <a:rPr lang="en-US" sz="1700" dirty="0" smtClean="0"/>
              <a:t> </a:t>
            </a:r>
            <a:r>
              <a:rPr lang="en-US" sz="1700" dirty="0" err="1" smtClean="0"/>
              <a:t>kod</a:t>
            </a:r>
            <a:r>
              <a:rPr lang="en-US" sz="1700" dirty="0" smtClean="0"/>
              <a:t> </a:t>
            </a:r>
            <a:r>
              <a:rPr lang="en-US" sz="1700" dirty="0" err="1" smtClean="0"/>
              <a:t>tasdiqlangan</a:t>
            </a:r>
            <a:r>
              <a:rPr lang="en-US" sz="1700" dirty="0" smtClean="0"/>
              <a:t> </a:t>
            </a:r>
            <a:r>
              <a:rPr lang="en-US" sz="1700" dirty="0" err="1" smtClean="0"/>
              <a:t>so’ng</a:t>
            </a:r>
            <a:r>
              <a:rPr lang="en-US" sz="1700" dirty="0" smtClean="0"/>
              <a:t> </a:t>
            </a:r>
            <a:r>
              <a:rPr lang="en-US" sz="1800" dirty="0" err="1" smtClean="0"/>
              <a:t>xaridorga</a:t>
            </a:r>
            <a:r>
              <a:rPr lang="en-US" sz="1800" dirty="0" smtClean="0"/>
              <a:t> </a:t>
            </a:r>
            <a:r>
              <a:rPr lang="en-US" sz="1800" dirty="0" err="1" smtClean="0"/>
              <a:t>profil</a:t>
            </a:r>
            <a:r>
              <a:rPr lang="en-US" sz="1800" dirty="0" smtClean="0"/>
              <a:t> </a:t>
            </a:r>
            <a:r>
              <a:rPr lang="en-US" sz="1800" dirty="0" err="1" smtClean="0"/>
              <a:t>ochiladi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40777" y="4668716"/>
            <a:ext cx="3174023" cy="440390"/>
          </a:xfrm>
        </p:spPr>
        <p:txBody>
          <a:bodyPr/>
          <a:lstStyle/>
          <a:p>
            <a:r>
              <a:rPr lang="en-US" dirty="0" err="1" smtClean="0"/>
              <a:t>Registratsiya</a:t>
            </a:r>
            <a:r>
              <a:rPr lang="en-US" dirty="0" smtClean="0"/>
              <a:t> </a:t>
            </a:r>
            <a:r>
              <a:rPr lang="en-US" dirty="0" err="1" smtClean="0"/>
              <a:t>oynasi</a:t>
            </a:r>
            <a:endParaRPr lang="en-US" dirty="0"/>
          </a:p>
        </p:txBody>
      </p:sp>
      <p:pic>
        <p:nvPicPr>
          <p:cNvPr id="12" name="Рисунок 11"/>
          <p:cNvPicPr>
            <a:picLocks noGrp="1" noChangeAspect="1"/>
          </p:cNvPicPr>
          <p:nvPr>
            <p:ph type="pic"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22" r="10722"/>
          <a:stretch>
            <a:fillRect/>
          </a:stretch>
        </p:blipFill>
        <p:spPr>
          <a:xfrm>
            <a:off x="940777" y="2338754"/>
            <a:ext cx="3174023" cy="1995854"/>
          </a:xfrm>
        </p:spPr>
      </p:pic>
      <p:sp>
        <p:nvSpPr>
          <p:cNvPr id="5" name="Текст 4"/>
          <p:cNvSpPr>
            <a:spLocks noGrp="1"/>
          </p:cNvSpPr>
          <p:nvPr>
            <p:ph type="body" sz="half" idx="18"/>
          </p:nvPr>
        </p:nvSpPr>
        <p:spPr>
          <a:xfrm>
            <a:off x="940777" y="5307342"/>
            <a:ext cx="3264615" cy="864858"/>
          </a:xfrm>
        </p:spPr>
        <p:txBody>
          <a:bodyPr>
            <a:normAutofit/>
          </a:bodyPr>
          <a:lstStyle/>
          <a:p>
            <a:r>
              <a:rPr lang="en-US" sz="1600" dirty="0" err="1" smtClean="0"/>
              <a:t>Bunda</a:t>
            </a:r>
            <a:r>
              <a:rPr lang="en-US" sz="1600" dirty="0" smtClean="0"/>
              <a:t> </a:t>
            </a:r>
            <a:r>
              <a:rPr lang="en-US" sz="1600" dirty="0" err="1" smtClean="0"/>
              <a:t>xaridor</a:t>
            </a:r>
            <a:r>
              <a:rPr lang="en-US" sz="1600" dirty="0" smtClean="0"/>
              <a:t> </a:t>
            </a:r>
            <a:r>
              <a:rPr lang="en-US" sz="1600" dirty="0" err="1" smtClean="0"/>
              <a:t>ismi</a:t>
            </a:r>
            <a:r>
              <a:rPr lang="en-US" sz="1600" dirty="0" smtClean="0"/>
              <a:t>, </a:t>
            </a:r>
            <a:r>
              <a:rPr lang="en-US" sz="1600" dirty="0" err="1" smtClean="0"/>
              <a:t>elektron</a:t>
            </a:r>
            <a:r>
              <a:rPr lang="en-US" sz="1600" dirty="0" smtClean="0"/>
              <a:t> </a:t>
            </a:r>
            <a:r>
              <a:rPr lang="en-US" sz="1600" dirty="0" err="1" smtClean="0"/>
              <a:t>pochta</a:t>
            </a:r>
            <a:r>
              <a:rPr lang="en-US" sz="1600" dirty="0" smtClean="0"/>
              <a:t> </a:t>
            </a:r>
            <a:r>
              <a:rPr lang="en-US" sz="1600" dirty="0" err="1" smtClean="0"/>
              <a:t>manzil</a:t>
            </a:r>
            <a:r>
              <a:rPr lang="en-US" sz="1600" dirty="0" smtClean="0"/>
              <a:t> </a:t>
            </a:r>
            <a:r>
              <a:rPr lang="en-US" sz="1600" dirty="0" err="1" smtClean="0"/>
              <a:t>va</a:t>
            </a:r>
            <a:r>
              <a:rPr lang="en-US" sz="1600" dirty="0" smtClean="0"/>
              <a:t> </a:t>
            </a:r>
            <a:r>
              <a:rPr lang="en-US" sz="1600" dirty="0" err="1" smtClean="0"/>
              <a:t>parol</a:t>
            </a:r>
            <a:r>
              <a:rPr lang="en-US" sz="1600" dirty="0" smtClean="0"/>
              <a:t> </a:t>
            </a:r>
            <a:r>
              <a:rPr lang="en-US" sz="1600" dirty="0" err="1" smtClean="0"/>
              <a:t>kiritishi</a:t>
            </a:r>
            <a:r>
              <a:rPr lang="en-US" sz="1600" dirty="0" smtClean="0"/>
              <a:t> </a:t>
            </a:r>
            <a:r>
              <a:rPr lang="en-US" sz="1600" dirty="0" err="1" smtClean="0"/>
              <a:t>kerak</a:t>
            </a:r>
            <a:endParaRPr lang="en-US" sz="1600" dirty="0"/>
          </a:p>
        </p:txBody>
      </p:sp>
      <p:sp>
        <p:nvSpPr>
          <p:cNvPr id="6" name="Текст 5"/>
          <p:cNvSpPr>
            <a:spLocks noGrp="1"/>
          </p:cNvSpPr>
          <p:nvPr>
            <p:ph type="body" sz="quarter" idx="3"/>
          </p:nvPr>
        </p:nvSpPr>
        <p:spPr>
          <a:xfrm>
            <a:off x="4440115" y="4532844"/>
            <a:ext cx="3349868" cy="576263"/>
          </a:xfrm>
        </p:spPr>
        <p:txBody>
          <a:bodyPr/>
          <a:lstStyle/>
          <a:p>
            <a:r>
              <a:rPr lang="en-US" dirty="0" smtClean="0"/>
              <a:t>OTP </a:t>
            </a:r>
            <a:r>
              <a:rPr lang="en-US" dirty="0" err="1" smtClean="0"/>
              <a:t>tekshirivi</a:t>
            </a:r>
            <a:endParaRPr lang="en-US" dirty="0"/>
          </a:p>
        </p:txBody>
      </p:sp>
      <p:pic>
        <p:nvPicPr>
          <p:cNvPr id="13" name="Рисунок 12"/>
          <p:cNvPicPr>
            <a:picLocks noGrp="1" noChangeAspect="1"/>
          </p:cNvPicPr>
          <p:nvPr>
            <p:ph type="pic" idx="2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18" r="11118"/>
          <a:stretch>
            <a:fillRect/>
          </a:stretch>
        </p:blipFill>
        <p:spPr>
          <a:xfrm>
            <a:off x="4440115" y="2321169"/>
            <a:ext cx="3349867" cy="2013439"/>
          </a:xfrm>
        </p:spPr>
      </p:pic>
      <p:sp>
        <p:nvSpPr>
          <p:cNvPr id="8" name="Текст 7"/>
          <p:cNvSpPr>
            <a:spLocks noGrp="1"/>
          </p:cNvSpPr>
          <p:nvPr>
            <p:ph type="body" sz="half" idx="19"/>
          </p:nvPr>
        </p:nvSpPr>
        <p:spPr>
          <a:xfrm>
            <a:off x="4440115" y="5307341"/>
            <a:ext cx="3349867" cy="864857"/>
          </a:xfrm>
        </p:spPr>
        <p:txBody>
          <a:bodyPr/>
          <a:lstStyle/>
          <a:p>
            <a:r>
              <a:rPr lang="en-US" dirty="0" err="1" smtClean="0"/>
              <a:t>Xaridor</a:t>
            </a:r>
            <a:r>
              <a:rPr lang="en-US" dirty="0" smtClean="0"/>
              <a:t> </a:t>
            </a:r>
            <a:r>
              <a:rPr lang="en-US" dirty="0" err="1" smtClean="0"/>
              <a:t>kerakli</a:t>
            </a:r>
            <a:r>
              <a:rPr lang="en-US" dirty="0" smtClean="0"/>
              <a:t> </a:t>
            </a:r>
            <a:r>
              <a:rPr lang="en-US" dirty="0" err="1" smtClean="0"/>
              <a:t>ma’lumotlar</a:t>
            </a:r>
            <a:r>
              <a:rPr lang="en-US" dirty="0" smtClean="0"/>
              <a:t> </a:t>
            </a:r>
            <a:r>
              <a:rPr lang="en-US" dirty="0" err="1" smtClean="0"/>
              <a:t>kiritgandan</a:t>
            </a:r>
            <a:r>
              <a:rPr lang="en-US" dirty="0" smtClean="0"/>
              <a:t> </a:t>
            </a:r>
            <a:r>
              <a:rPr lang="en-US" dirty="0" err="1" smtClean="0"/>
              <a:t>so’ng</a:t>
            </a:r>
            <a:r>
              <a:rPr lang="en-US" dirty="0" smtClean="0"/>
              <a:t> </a:t>
            </a:r>
            <a:r>
              <a:rPr lang="en-US" dirty="0" err="1" smtClean="0"/>
              <a:t>unga</a:t>
            </a:r>
            <a:r>
              <a:rPr lang="en-US" dirty="0" smtClean="0"/>
              <a:t> OTP </a:t>
            </a:r>
            <a:r>
              <a:rPr lang="en-US" dirty="0" err="1" smtClean="0"/>
              <a:t>tasdiqlash</a:t>
            </a:r>
            <a:r>
              <a:rPr lang="en-US" dirty="0" smtClean="0"/>
              <a:t> </a:t>
            </a:r>
            <a:r>
              <a:rPr lang="en-US" dirty="0" err="1" smtClean="0"/>
              <a:t>oynasi</a:t>
            </a:r>
            <a:r>
              <a:rPr lang="en-US" dirty="0" smtClean="0"/>
              <a:t> </a:t>
            </a:r>
            <a:r>
              <a:rPr lang="en-US" dirty="0" err="1" smtClean="0"/>
              <a:t>ochiladi</a:t>
            </a:r>
            <a:endParaRPr lang="en-US" dirty="0"/>
          </a:p>
        </p:txBody>
      </p:sp>
      <p:sp>
        <p:nvSpPr>
          <p:cNvPr id="9" name="Текст 8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148287" cy="576262"/>
          </a:xfrm>
        </p:spPr>
        <p:txBody>
          <a:bodyPr/>
          <a:lstStyle/>
          <a:p>
            <a:r>
              <a:rPr lang="en-US" dirty="0" err="1" smtClean="0"/>
              <a:t>Profil</a:t>
            </a:r>
            <a:r>
              <a:rPr lang="en-US" dirty="0" smtClean="0"/>
              <a:t> </a:t>
            </a:r>
            <a:r>
              <a:rPr lang="en-US" dirty="0" err="1" smtClean="0"/>
              <a:t>ga</a:t>
            </a:r>
            <a:r>
              <a:rPr lang="en-US" dirty="0" smtClean="0"/>
              <a:t> </a:t>
            </a:r>
            <a:r>
              <a:rPr lang="en-US" dirty="0" err="1" smtClean="0"/>
              <a:t>kirish</a:t>
            </a:r>
            <a:endParaRPr lang="en-US" dirty="0"/>
          </a:p>
        </p:txBody>
      </p:sp>
      <p:pic>
        <p:nvPicPr>
          <p:cNvPr id="14" name="Рисунок 13"/>
          <p:cNvPicPr>
            <a:picLocks noGrp="1" noChangeAspect="1"/>
          </p:cNvPicPr>
          <p:nvPr>
            <p:ph type="pic" idx="2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88" r="10788"/>
          <a:stretch>
            <a:fillRect/>
          </a:stretch>
        </p:blipFill>
        <p:spPr>
          <a:xfrm>
            <a:off x="7982774" y="2338754"/>
            <a:ext cx="3148288" cy="1995854"/>
          </a:xfrm>
        </p:spPr>
      </p:pic>
      <p:sp>
        <p:nvSpPr>
          <p:cNvPr id="11" name="Текст 10"/>
          <p:cNvSpPr>
            <a:spLocks noGrp="1"/>
          </p:cNvSpPr>
          <p:nvPr>
            <p:ph type="body" sz="half" idx="20"/>
          </p:nvPr>
        </p:nvSpPr>
        <p:spPr>
          <a:xfrm>
            <a:off x="7982774" y="5307341"/>
            <a:ext cx="3148287" cy="864857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Agar </a:t>
            </a:r>
            <a:r>
              <a:rPr lang="en-US" dirty="0" err="1" smtClean="0"/>
              <a:t>mijoz</a:t>
            </a:r>
            <a:r>
              <a:rPr lang="en-US" dirty="0" smtClean="0"/>
              <a:t> </a:t>
            </a:r>
            <a:r>
              <a:rPr lang="en-US" dirty="0" err="1" smtClean="0"/>
              <a:t>oldin</a:t>
            </a:r>
            <a:r>
              <a:rPr lang="en-US" dirty="0" smtClean="0"/>
              <a:t> </a:t>
            </a:r>
            <a:r>
              <a:rPr lang="en-US" dirty="0" err="1" smtClean="0"/>
              <a:t>ro’yhatdan</a:t>
            </a:r>
            <a:r>
              <a:rPr lang="en-US" dirty="0" smtClean="0"/>
              <a:t> </a:t>
            </a:r>
            <a:r>
              <a:rPr lang="en-US" dirty="0" err="1" smtClean="0"/>
              <a:t>o’tgan</a:t>
            </a:r>
            <a:r>
              <a:rPr lang="en-US" dirty="0" smtClean="0"/>
              <a:t> </a:t>
            </a:r>
            <a:r>
              <a:rPr lang="en-US" dirty="0" err="1" smtClean="0"/>
              <a:t>bo’lsa</a:t>
            </a:r>
            <a:r>
              <a:rPr lang="en-US" dirty="0" smtClean="0"/>
              <a:t> </a:t>
            </a:r>
            <a:r>
              <a:rPr lang="en-US" dirty="0" err="1" smtClean="0"/>
              <a:t>elektron</a:t>
            </a:r>
            <a:r>
              <a:rPr lang="en-US" dirty="0" smtClean="0"/>
              <a:t> </a:t>
            </a:r>
            <a:r>
              <a:rPr lang="en-US" dirty="0" err="1" smtClean="0"/>
              <a:t>pochtasi</a:t>
            </a:r>
            <a:r>
              <a:rPr lang="en-US" dirty="0" smtClean="0"/>
              <a:t> </a:t>
            </a:r>
            <a:r>
              <a:rPr lang="en-US" dirty="0" err="1" smtClean="0"/>
              <a:t>va</a:t>
            </a:r>
            <a:r>
              <a:rPr lang="en-US" dirty="0" smtClean="0"/>
              <a:t> </a:t>
            </a:r>
            <a:r>
              <a:rPr lang="en-US" dirty="0" err="1" smtClean="0"/>
              <a:t>parolini</a:t>
            </a:r>
            <a:r>
              <a:rPr lang="en-US" dirty="0" smtClean="0"/>
              <a:t> </a:t>
            </a:r>
            <a:r>
              <a:rPr lang="en-US" dirty="0" err="1" smtClean="0"/>
              <a:t>kiritib</a:t>
            </a:r>
            <a:r>
              <a:rPr lang="en-US" dirty="0" smtClean="0"/>
              <a:t> </a:t>
            </a:r>
            <a:r>
              <a:rPr lang="en-US" dirty="0" err="1" smtClean="0"/>
              <a:t>profiliga</a:t>
            </a:r>
            <a:r>
              <a:rPr lang="en-US" dirty="0" smtClean="0"/>
              <a:t> </a:t>
            </a:r>
            <a:r>
              <a:rPr lang="en-US" dirty="0" err="1" smtClean="0"/>
              <a:t>kirishi</a:t>
            </a:r>
            <a:r>
              <a:rPr lang="en-US" dirty="0" smtClean="0"/>
              <a:t> </a:t>
            </a:r>
            <a:r>
              <a:rPr lang="en-US" dirty="0" err="1" smtClean="0"/>
              <a:t>mumkin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9518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54954" y="720969"/>
            <a:ext cx="8761413" cy="1468315"/>
          </a:xfrm>
        </p:spPr>
        <p:txBody>
          <a:bodyPr/>
          <a:lstStyle/>
          <a:p>
            <a:pPr algn="ctr"/>
            <a:r>
              <a:rPr lang="en-US" sz="2200" dirty="0" smtClean="0"/>
              <a:t/>
            </a:r>
            <a:br>
              <a:rPr lang="en-US" sz="2200" dirty="0" smtClean="0"/>
            </a:br>
            <a:r>
              <a:rPr lang="en-US" sz="2200" dirty="0" err="1"/>
              <a:t>Xarid</a:t>
            </a:r>
            <a:r>
              <a:rPr lang="en-US" sz="2200" dirty="0"/>
              <a:t> </a:t>
            </a:r>
            <a:r>
              <a:rPr lang="en-US" sz="2200" dirty="0" err="1"/>
              <a:t>jarayoni</a:t>
            </a:r>
            <a:r>
              <a:rPr lang="en-US" sz="2200" dirty="0"/>
              <a:t>: </a:t>
            </a:r>
            <a:r>
              <a:rPr lang="en-US" sz="2200" dirty="0" err="1"/>
              <a:t>Veb</a:t>
            </a:r>
            <a:r>
              <a:rPr lang="en-US" sz="2200" dirty="0"/>
              <a:t> </a:t>
            </a:r>
            <a:r>
              <a:rPr lang="en-US" sz="2200" dirty="0" err="1"/>
              <a:t>sayt</a:t>
            </a:r>
            <a:r>
              <a:rPr lang="en-US" sz="2200" dirty="0"/>
              <a:t>, </a:t>
            </a:r>
            <a:r>
              <a:rPr lang="en-US" sz="2200" dirty="0" err="1"/>
              <a:t>xaridorga</a:t>
            </a:r>
            <a:r>
              <a:rPr lang="en-US" sz="2200" dirty="0"/>
              <a:t> </a:t>
            </a:r>
            <a:r>
              <a:rPr lang="en-US" sz="2200" dirty="0" err="1"/>
              <a:t>xarid</a:t>
            </a:r>
            <a:r>
              <a:rPr lang="en-US" sz="2200" dirty="0"/>
              <a:t> </a:t>
            </a:r>
            <a:r>
              <a:rPr lang="en-US" sz="2200" dirty="0" err="1"/>
              <a:t>qilish</a:t>
            </a:r>
            <a:r>
              <a:rPr lang="en-US" sz="2200" dirty="0"/>
              <a:t> </a:t>
            </a:r>
            <a:r>
              <a:rPr lang="en-US" sz="2200" dirty="0" err="1"/>
              <a:t>jarayonini</a:t>
            </a:r>
            <a:r>
              <a:rPr lang="en-US" sz="2200" dirty="0"/>
              <a:t> </a:t>
            </a:r>
            <a:r>
              <a:rPr lang="en-US" sz="2200" dirty="0" err="1"/>
              <a:t>qulaylashtiradi</a:t>
            </a:r>
            <a:r>
              <a:rPr lang="en-US" sz="2200" dirty="0"/>
              <a:t>. </a:t>
            </a:r>
            <a:r>
              <a:rPr lang="en-US" sz="2200" dirty="0" err="1"/>
              <a:t>Ushbu</a:t>
            </a:r>
            <a:r>
              <a:rPr lang="en-US" sz="2200" dirty="0"/>
              <a:t> </a:t>
            </a:r>
            <a:r>
              <a:rPr lang="en-US" sz="2200" dirty="0" err="1"/>
              <a:t>qism</a:t>
            </a:r>
            <a:r>
              <a:rPr lang="en-US" sz="2200" dirty="0"/>
              <a:t> </a:t>
            </a:r>
            <a:r>
              <a:rPr lang="en-US" sz="2200" dirty="0" err="1"/>
              <a:t>orqali</a:t>
            </a:r>
            <a:r>
              <a:rPr lang="en-US" sz="2200" dirty="0"/>
              <a:t> </a:t>
            </a:r>
            <a:r>
              <a:rPr lang="en-US" sz="2200" dirty="0" err="1"/>
              <a:t>mijozlar</a:t>
            </a:r>
            <a:r>
              <a:rPr lang="en-US" sz="2200" dirty="0"/>
              <a:t> </a:t>
            </a:r>
            <a:r>
              <a:rPr lang="en-US" sz="2200" dirty="0" err="1"/>
              <a:t>tanlagan</a:t>
            </a:r>
            <a:r>
              <a:rPr lang="en-US" sz="2200" dirty="0"/>
              <a:t> </a:t>
            </a:r>
            <a:r>
              <a:rPr lang="en-US" sz="2200" dirty="0" err="1"/>
              <a:t>mahsulotlarni</a:t>
            </a:r>
            <a:r>
              <a:rPr lang="en-US" sz="2200" dirty="0"/>
              <a:t> </a:t>
            </a:r>
            <a:r>
              <a:rPr lang="en-US" sz="2200" dirty="0" err="1"/>
              <a:t>savatchaga</a:t>
            </a:r>
            <a:r>
              <a:rPr lang="en-US" sz="2200" dirty="0"/>
              <a:t> </a:t>
            </a:r>
            <a:r>
              <a:rPr lang="en-US" sz="2200" dirty="0" err="1"/>
              <a:t>qo'shish</a:t>
            </a:r>
            <a:r>
              <a:rPr lang="en-US" sz="2200" dirty="0"/>
              <a:t>, </a:t>
            </a:r>
            <a:r>
              <a:rPr lang="en-US" sz="2200" dirty="0" err="1"/>
              <a:t>to'lovni</a:t>
            </a:r>
            <a:r>
              <a:rPr lang="en-US" sz="2200" dirty="0"/>
              <a:t> </a:t>
            </a:r>
            <a:r>
              <a:rPr lang="en-US" sz="2200" dirty="0" err="1"/>
              <a:t>amalga</a:t>
            </a:r>
            <a:r>
              <a:rPr lang="en-US" sz="2200" dirty="0"/>
              <a:t> </a:t>
            </a:r>
            <a:r>
              <a:rPr lang="en-US" sz="2200" dirty="0" err="1"/>
              <a:t>oshirish</a:t>
            </a:r>
            <a:r>
              <a:rPr lang="en-US" sz="2200" dirty="0"/>
              <a:t> </a:t>
            </a:r>
            <a:r>
              <a:rPr lang="en-US" sz="2200" dirty="0" err="1"/>
              <a:t>va</a:t>
            </a:r>
            <a:r>
              <a:rPr lang="en-US" sz="2200" dirty="0"/>
              <a:t> </a:t>
            </a:r>
            <a:r>
              <a:rPr lang="en-US" sz="2200" dirty="0" err="1"/>
              <a:t>yetkazib</a:t>
            </a:r>
            <a:r>
              <a:rPr lang="en-US" sz="2200" dirty="0"/>
              <a:t> </a:t>
            </a:r>
            <a:r>
              <a:rPr lang="en-US" sz="2200" dirty="0" err="1"/>
              <a:t>berish</a:t>
            </a:r>
            <a:r>
              <a:rPr lang="en-US" sz="2200" dirty="0"/>
              <a:t> </a:t>
            </a:r>
            <a:r>
              <a:rPr lang="en-US" sz="2200" dirty="0" err="1"/>
              <a:t>manzilini</a:t>
            </a:r>
            <a:r>
              <a:rPr lang="en-US" sz="2200" dirty="0"/>
              <a:t> </a:t>
            </a:r>
            <a:r>
              <a:rPr lang="en-US" sz="2200" dirty="0" err="1"/>
              <a:t>kiritish</a:t>
            </a:r>
            <a:r>
              <a:rPr lang="en-US" sz="2200" dirty="0"/>
              <a:t> </a:t>
            </a:r>
            <a:r>
              <a:rPr lang="en-US" sz="2200" dirty="0" err="1"/>
              <a:t>imkonini</a:t>
            </a:r>
            <a:r>
              <a:rPr lang="en-US" sz="2200" dirty="0"/>
              <a:t> </a:t>
            </a:r>
            <a:r>
              <a:rPr lang="en-US" sz="2200" dirty="0" err="1"/>
              <a:t>beradi</a:t>
            </a:r>
            <a:r>
              <a:rPr lang="en-US" sz="2200" dirty="0"/>
              <a:t>.</a:t>
            </a:r>
            <a:br>
              <a:rPr lang="en-US" sz="2200" dirty="0"/>
            </a:br>
            <a:endParaRPr lang="en-US" sz="2200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154954" y="2417885"/>
            <a:ext cx="4825157" cy="761877"/>
          </a:xfrm>
        </p:spPr>
        <p:txBody>
          <a:bodyPr/>
          <a:lstStyle/>
          <a:p>
            <a:r>
              <a:rPr lang="en-US" sz="2000" dirty="0" err="1" smtClean="0"/>
              <a:t>Buyurtmani</a:t>
            </a:r>
            <a:r>
              <a:rPr lang="en-US" sz="2000" dirty="0" smtClean="0"/>
              <a:t> </a:t>
            </a:r>
            <a:r>
              <a:rPr lang="en-US" sz="2000" dirty="0" err="1" smtClean="0"/>
              <a:t>rasmiylashtirish</a:t>
            </a:r>
            <a:endParaRPr lang="en-US" sz="2000" dirty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5700" y="3476598"/>
            <a:ext cx="4824413" cy="2246367"/>
          </a:xfrm>
        </p:spPr>
      </p:pic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2000" dirty="0" err="1" smtClean="0"/>
              <a:t>Kerakli</a:t>
            </a:r>
            <a:r>
              <a:rPr lang="en-US" sz="2000" dirty="0" smtClean="0"/>
              <a:t> </a:t>
            </a:r>
            <a:r>
              <a:rPr lang="en-US" sz="2000" dirty="0" err="1" smtClean="0"/>
              <a:t>ma’lumotlar</a:t>
            </a:r>
            <a:r>
              <a:rPr lang="en-US" sz="2000" dirty="0" smtClean="0"/>
              <a:t> </a:t>
            </a:r>
            <a:r>
              <a:rPr lang="en-US" sz="2000" dirty="0" err="1" smtClean="0"/>
              <a:t>to’ldirilishi</a:t>
            </a:r>
            <a:r>
              <a:rPr lang="en-US" sz="2000" dirty="0" smtClean="0"/>
              <a:t> </a:t>
            </a:r>
            <a:r>
              <a:rPr lang="en-US" sz="2000" dirty="0" err="1" smtClean="0"/>
              <a:t>kerak</a:t>
            </a:r>
            <a:endParaRPr lang="en-US" sz="2000" dirty="0"/>
          </a:p>
        </p:txBody>
      </p:sp>
      <p:pic>
        <p:nvPicPr>
          <p:cNvPr id="8" name="Объект 7"/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713" y="3484136"/>
            <a:ext cx="4824412" cy="2231290"/>
          </a:xfrm>
        </p:spPr>
      </p:pic>
    </p:spTree>
    <p:extLst>
      <p:ext uri="{BB962C8B-B14F-4D97-AF65-F5344CB8AC3E}">
        <p14:creationId xmlns:p14="http://schemas.microsoft.com/office/powerpoint/2010/main" val="103296648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Совет директоров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Ион (конференц-зал)</Template>
  <TotalTime>1402</TotalTime>
  <Words>514</Words>
  <Application>Microsoft Office PowerPoint</Application>
  <PresentationFormat>Широкоэкранный</PresentationFormat>
  <Paragraphs>32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1" baseType="lpstr">
      <vt:lpstr>Arial</vt:lpstr>
      <vt:lpstr>Century Gothic</vt:lpstr>
      <vt:lpstr>Wingdings 3</vt:lpstr>
      <vt:lpstr>Совет директоров</vt:lpstr>
      <vt:lpstr>Farg’ona viloyati Bag’dod tumani 46 – maktab veb saytini yaratish</vt:lpstr>
      <vt:lpstr>Mavzuning dolzarbligi</vt:lpstr>
      <vt:lpstr>Lohiyaning asosiy maqsadi:</vt:lpstr>
      <vt:lpstr>Uning vazifalari:</vt:lpstr>
      <vt:lpstr>Maktab faoliyatini avtomatlashtirishni bir nechta foydali taraflari mavjud</vt:lpstr>
      <vt:lpstr> Xaridor buyurtma berish uchun profil ochishi lozim, birinchi navbatda mijoz tizimda yangi bo’lsa registratsiyadan o’tishim kerak buning uchun undan “Ismi”, “elektron-pochta“ va “parol” talab qilinadi so’ng kiritilgan “elektron-pochta” manzilga tasdiqlash kodi(OTP) yuboriladi kod tasdiqlangan so’ng xaridorga profil ochiladi</vt:lpstr>
      <vt:lpstr> Xarid jarayoni: Veb sayt, xaridorga xarid qilish jarayonini qulaylashtiradi. Ushbu qism orqali mijozlar tanlagan mahsulotlarni savatchaga qo'shish, to'lovni amalga oshirish va yetkazib berish manzilini kiritish imkonini beradi. 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      </dc:title>
  <dc:creator>Azizbek Yunusov</dc:creator>
  <cp:lastModifiedBy>Azizbek Yunusov</cp:lastModifiedBy>
  <cp:revision>36</cp:revision>
  <dcterms:created xsi:type="dcterms:W3CDTF">2023-05-18T15:02:50Z</dcterms:created>
  <dcterms:modified xsi:type="dcterms:W3CDTF">2023-05-26T03:03:35Z</dcterms:modified>
</cp:coreProperties>
</file>