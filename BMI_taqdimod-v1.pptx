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8" r:id="rId1"/>
  </p:sldMasterIdLst>
  <p:sldIdLst>
    <p:sldId id="284" r:id="rId2"/>
    <p:sldId id="257" r:id="rId3"/>
    <p:sldId id="275" r:id="rId4"/>
    <p:sldId id="286" r:id="rId5"/>
    <p:sldId id="281" r:id="rId6"/>
    <p:sldId id="282" r:id="rId7"/>
    <p:sldId id="285" r:id="rId8"/>
    <p:sldId id="283" r:id="rId9"/>
    <p:sldId id="280" r:id="rId10"/>
    <p:sldId id="28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05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36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3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13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2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2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14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8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9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76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59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613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63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401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6130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03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34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06/06/2023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5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  <p:sldLayoutId id="2147483920" r:id="rId12"/>
    <p:sldLayoutId id="2147483921" r:id="rId13"/>
    <p:sldLayoutId id="2147483922" r:id="rId14"/>
    <p:sldLayoutId id="2147483923" r:id="rId15"/>
    <p:sldLayoutId id="2147483924" r:id="rId16"/>
    <p:sldLayoutId id="214748392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896815"/>
            <a:ext cx="8825660" cy="2453054"/>
          </a:xfrm>
        </p:spPr>
        <p:txBody>
          <a:bodyPr/>
          <a:lstStyle/>
          <a:p>
            <a:pPr algn="ctr"/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Farg’ona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viloyati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Bag’dod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tumani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46 –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veb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saytini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yaratish</a:t>
            </a:r>
            <a:endParaRPr lang="en-US" sz="44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055578" y="4941276"/>
            <a:ext cx="6543730" cy="1512277"/>
          </a:xfrm>
        </p:spPr>
        <p:txBody>
          <a:bodyPr/>
          <a:lstStyle/>
          <a:p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Rahbar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A.A.Xoitqulov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TATUFF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Axborot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texnologiyalari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kafedrasi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katta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o‘qituvchisi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Talaba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Rahmonberdiyev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Islomjon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614-19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guruh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talabasi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0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Mavzuning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dolzarbligi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60462" y="2321170"/>
            <a:ext cx="8825659" cy="4132384"/>
          </a:xfrm>
        </p:spPr>
        <p:txBody>
          <a:bodyPr>
            <a:normAutofit/>
          </a:bodyPr>
          <a:lstStyle/>
          <a:p>
            <a:r>
              <a:rPr lang="uz-Cyrl-UZ" sz="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Xatolar </a:t>
            </a:r>
            <a:r>
              <a:rPr lang="uz-Cyrl-UZ" sz="1500" b="1" dirty="0">
                <a:latin typeface="Arial" panose="020B0604020202020204" pitchFamily="34" charset="0"/>
                <a:cs typeface="Arial" panose="020B0604020202020204" pitchFamily="34" charset="0"/>
              </a:rPr>
              <a:t>sonini kamaytirish</a:t>
            </a:r>
            <a:r>
              <a:rPr lang="uz-Cyrl-UZ" sz="1500" dirty="0">
                <a:latin typeface="Arial" panose="020B0604020202020204" pitchFamily="34" charset="0"/>
                <a:cs typeface="Arial" panose="020B0604020202020204" pitchFamily="34" charset="0"/>
              </a:rPr>
              <a:t>: Avtomatik </a:t>
            </a:r>
            <a:r>
              <a:rPr lang="uz-Cyrl-UZ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tizimla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uz-Cyrl-UZ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uz-Cyrl-UZ" sz="1500" dirty="0">
                <a:latin typeface="Arial" panose="020B0604020202020204" pitchFamily="34" charset="0"/>
                <a:cs typeface="Arial" panose="020B0604020202020204" pitchFamily="34" charset="0"/>
              </a:rPr>
              <a:t>inson faktoriga bog'liq xatolar sonini kamaytiradi. O’quvchilarning yozuvlari, baholari, hisobotlari va boshqa ma'lumotlar avtomatik ravishda to'plangan va hisob-kitob tizimlari orqali bajariladi, bu esa xato va qo'shma ma'lumotlar sonini kamaytiradi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uz-Cyrl-UZ" sz="1500" b="1" dirty="0">
                <a:latin typeface="Arial" panose="020B0604020202020204" pitchFamily="34" charset="0"/>
                <a:cs typeface="Arial" panose="020B0604020202020204" pitchFamily="34" charset="0"/>
              </a:rPr>
              <a:t>Ma'lumotlarga tez va osonlik bilan kirish</a:t>
            </a:r>
            <a:r>
              <a:rPr lang="uz-Cyrl-UZ" sz="1500" dirty="0">
                <a:latin typeface="Arial" panose="020B0604020202020204" pitchFamily="34" charset="0"/>
                <a:cs typeface="Arial" panose="020B0604020202020204" pitchFamily="34" charset="0"/>
              </a:rPr>
              <a:t>: Avtomatlashtirilgan tizimlar orqali ma'lumotlarga tez va osonlik bilan kirish imkonini beradi. O’quvchilarning yutuqlari, sinov natijalari, vazifalar, veb-saytlar, onlayn darslar kabi ma'lumotlar elektron shaklda to'plangan va o'qishga qulaylik yaratadi.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uz-Cyrl-UZ" sz="1500" b="1" dirty="0">
                <a:latin typeface="Arial" panose="020B0604020202020204" pitchFamily="34" charset="0"/>
                <a:cs typeface="Arial" panose="020B0604020202020204" pitchFamily="34" charset="0"/>
              </a:rPr>
              <a:t>Kommunikatsiyani kuchaytirish</a:t>
            </a:r>
            <a:r>
              <a:rPr lang="uz-Cyrl-UZ" sz="1500" dirty="0">
                <a:latin typeface="Arial" panose="020B0604020202020204" pitchFamily="34" charset="0"/>
                <a:cs typeface="Arial" panose="020B0604020202020204" pitchFamily="34" charset="0"/>
              </a:rPr>
              <a:t>: Avtomatik tizimlar ota-onalar bilan, o'qituvchilar bilan va administrativ xodimlar bilan aloqalarni kuchaytiradi. Elektron pochta, SMS xabarlar, o'qituvchilar va ota-onalar portallari yordamida yangiliklar, yutuqlar, xarajatlar va boshqa muhim ma'lumotlar avtomatik ravishda tarqatiladi</a:t>
            </a:r>
            <a:r>
              <a:rPr lang="uz-Cyrl-UZ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Tizimli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b="1" dirty="0" err="1">
                <a:latin typeface="Arial" panose="020B0604020202020204" pitchFamily="34" charset="0"/>
                <a:cs typeface="Arial" panose="020B0604020202020204" pitchFamily="34" charset="0"/>
              </a:rPr>
              <a:t>boshqarish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dasturlarini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boshqarish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jadvalini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tuzish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o’quvchilarning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ma'lumotlarini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saqlash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ularga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kirish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dirty="0" smtClean="0">
                <a:latin typeface="Arial" panose="020B0604020202020204" pitchFamily="34" charset="0"/>
                <a:cs typeface="Arial" panose="020B0604020202020204" pitchFamily="34" charset="0"/>
              </a:rPr>
              <a:t>Bu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administrativ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ishlar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ma'muriy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vazifalarni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latin typeface="Arial" panose="020B0604020202020204" pitchFamily="34" charset="0"/>
                <a:cs typeface="Arial" panose="020B0604020202020204" pitchFamily="34" charset="0"/>
              </a:rPr>
              <a:t>osonlashtiradi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76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Mavzuning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maqsadi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426677"/>
            <a:ext cx="8825659" cy="3894992"/>
          </a:xfrm>
        </p:spPr>
        <p:txBody>
          <a:bodyPr>
            <a:normAutofit fontScale="70000" lnSpcReduction="20000"/>
          </a:bodyPr>
          <a:lstStyle/>
          <a:p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jarayonlarini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samarali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tezlashtirish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jarayonlarini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samarali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tez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samarador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bajarishga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yo'l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qo'yadi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o'quvchilarning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ta'limning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yuqori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sifatida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qolishini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ta'minlayadi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9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Administrativ</a:t>
            </a:r>
            <a:r>
              <a:rPr lang="en-US" sz="2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ishlar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ma'muriy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vazifalarni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osonlashtirish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administratsiyasining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ma'muriy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xizmatlarining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ishlarini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osonlashtirish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almashinuvi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hisobotlar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moliyaviy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jarayonlar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administrativ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vazifalarni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avtomatik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ravishda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bajarish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r>
              <a:rPr lang="en-US" sz="2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Ota-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onalar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aloqalarni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kuchaytirish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tizimlari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ota-onalar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aloqalar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ma'lumot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almashinuvi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platformalar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taqdim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etish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tizimlari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tajribali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kommunikatsiya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vositalarini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taqdim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etadi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ota-onalar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o'rtasidagi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aloqalarni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kuchaytiradi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ota-onalar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talabalarning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yutuqlari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rejalari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haqida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ma'lumotlarni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osonlik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olishga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imkon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beradi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5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vazifalari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2" y="2321169"/>
            <a:ext cx="9888185" cy="412359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sz="4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4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boshqaruvini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faoliyatiga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oid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ma'lumotlarni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to'plab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saqlab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o'zgartirish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o'chirish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berish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o'qituvchilar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jadvali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yangiliklar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maqolalar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to'plamlarini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boshqarishni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osonlashtiradi</a:t>
            </a:r>
            <a:r>
              <a:rPr lang="en-US" sz="4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Darslik</a:t>
            </a:r>
            <a:r>
              <a:rPr lang="en-US" sz="4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materiallarini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taqsimlash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tizim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orqali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darsliklar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usullari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testlar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materiallarini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elektron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shaklda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o'qituvchilarga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taqsimlash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berish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o'qituvchilar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darsliklarga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veb-saytlarga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elektron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darsliklarga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resurslarga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qulaylik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keltiradi</a:t>
            </a:r>
            <a:r>
              <a:rPr lang="en-US" sz="4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S" sz="4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jadvalini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yaratish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o'zgartirish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Dars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jadvali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rejalarini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berish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o'qituvchilar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faoliyatlar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jadval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grafiklar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yaratish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yangilash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ularga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kirishni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osonlashtiradi</a:t>
            </a:r>
            <a:r>
              <a:rPr lang="en-US" sz="4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Kommunikatsiya</a:t>
            </a:r>
            <a:r>
              <a:rPr lang="en-US" sz="4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ma'lumot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almashishni</a:t>
            </a:r>
            <a:r>
              <a:rPr lang="en-US" sz="4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b="1" dirty="0" err="1">
                <a:latin typeface="Arial" panose="020B0604020202020204" pitchFamily="34" charset="0"/>
                <a:cs typeface="Arial" panose="020B0604020202020204" pitchFamily="34" charset="0"/>
              </a:rPr>
              <a:t>osonlashtirish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tizim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orqali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o'qituvchilar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ota-onalar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o'rtasidagi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kommunikatsiya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ma'lumot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almashishni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osonlashtirish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imkonini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berish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elektron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xabarlashuv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izohlar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qo'shimcha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murojaatlar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platformalar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taqdim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etishni</a:t>
            </a:r>
            <a:r>
              <a:rPr lang="en-US" sz="4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600" dirty="0" err="1">
                <a:latin typeface="Arial" panose="020B0604020202020204" pitchFamily="34" charset="0"/>
                <a:cs typeface="Arial" panose="020B0604020202020204" pitchFamily="34" charset="0"/>
              </a:rPr>
              <a:t>osonlashtiradi</a:t>
            </a:r>
            <a:r>
              <a:rPr lang="en-US" sz="4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73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808892"/>
            <a:ext cx="8761413" cy="1081454"/>
          </a:xfrm>
        </p:spPr>
        <p:txBody>
          <a:bodyPr/>
          <a:lstStyle/>
          <a:p>
            <a:pPr algn="ctr"/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faoliyatini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avtomatlashtirishni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salbiy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taraflari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kamchiliklari</a:t>
            </a:r>
            <a:endParaRPr lang="en-US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312377"/>
            <a:ext cx="8825659" cy="4026877"/>
          </a:xfrm>
        </p:spPr>
        <p:txBody>
          <a:bodyPr>
            <a:normAutofit/>
          </a:bodyPr>
          <a:lstStyle/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Texnik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muammolar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o'rnatish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sozlash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ularga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qo'llanishda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muammolar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xatolar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paydo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bo'lishi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Bu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texnik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xatolar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tizimning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to'g'ri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ishlashi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faoliyatini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to'xtatishi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muammolariga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olib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kelishi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Hodimlar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qo'llanmalar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tayyorlash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dasturlar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hodimlar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qo'llanmalar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tayyorlash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talab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qiladi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Hodimlarning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yangi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texnologiyalarni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o'rganishga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o'zlarini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yangilashga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bo'lgan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resistensiyalari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salbiy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tomoni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bo'lishi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Moliyaviy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to'g'rimliklar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o'rnatish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saqlash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moliyaviy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resurslarni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talab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qiladi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Bu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to'g'rimliklar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texnik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vositalarni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sotib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olish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yangilash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litsenziyalash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dastur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yillik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oylik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to'lovlar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kabi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xarajatlarga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olib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kelishi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shaxsiy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aloqa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yo'qolishi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shaxsiy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aloqalarni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kamaytirishi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Agar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barcha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muloqot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avtomatik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bo'lsa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o'rtasidagi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shaxsiy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bog'lanish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mentorlikning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kamayishi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66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Kamchiliklari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356337"/>
            <a:ext cx="8825659" cy="3965331"/>
          </a:xfrm>
        </p:spPr>
        <p:txBody>
          <a:bodyPr>
            <a:normAutofit fontScale="92500"/>
          </a:bodyPr>
          <a:lstStyle/>
          <a:p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Qo'llanish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ko'payishi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dasturlar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o'rnatish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sozlash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ularga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o'rgatish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hodimlar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qo'llanmalarni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o'rganish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qo'llanishga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vaqt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resurs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sarflaydi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qo'llanma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qiziqishlarni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yo'qotilishi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Agar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barcha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dasturlar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ishlatilsa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bu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qiziqishlarni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yo'qotish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interaktivlikni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kam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tartibga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solishiga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olib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kelishi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O'quvchilar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interaktivlik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shaxsiy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bog'lanishning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yo'qolishi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o'quvchilarning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motivatsiyasini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pastga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tushirishi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Maxfiylik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xavfsizlik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muammolari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tizimlarning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xavfsizligi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maxfiylik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muammolari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mavjud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bo'lishi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 Agar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yeterli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darajada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xavfsizlikni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ta'minlamasalar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ma'lumotlar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o'chirilishi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yoki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xakerlar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tomonidan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xak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qilinganligi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7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Texnik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resurslarning</a:t>
            </a:r>
            <a:r>
              <a:rPr lang="en-US" sz="17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yuklanishi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Avtomatlashtirilgan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tizimlar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dasturlar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kompyuterlar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serverlar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internet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bog'lanishlari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boshqa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texnik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vositalarga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bog'liq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bo'lishi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 Bu,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resurslarni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qo'llab-quvvatlash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ta'mirlash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yanalishlarini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talab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qilishi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mumkin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3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Tadqiqot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ob’yektining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qisqacha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tavsifi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54954" y="3402623"/>
            <a:ext cx="8825659" cy="2617177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Farg’ona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viloyati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Bag’dod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tumani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46-maktabning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ma’lumotlarini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vatomatlashtirish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ushbu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maktabning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rasmiy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veb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saytini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yaratish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9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9185" y="729762"/>
            <a:ext cx="8527182" cy="1318846"/>
          </a:xfrm>
        </p:spPr>
        <p:txBody>
          <a:bodyPr/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46 –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veb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saytini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yaratish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uchun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foydalanilgan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texnologiylar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461844"/>
            <a:ext cx="8877070" cy="3912577"/>
          </a:xfrm>
        </p:spPr>
        <p:txBody>
          <a:bodyPr>
            <a:normAutofit/>
          </a:bodyPr>
          <a:lstStyle/>
          <a:p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Dasturlash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tili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Tizimning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frontend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backend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qismlari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yaratishda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ushbu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asosiy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dasturlash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tilidan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foydalanildi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Interfeys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qismi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React, MUI, </a:t>
            </a:r>
            <a:r>
              <a:rPr lang="en-US" sz="16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TailwindCSS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qo’shimcha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kutubxonalar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yordamida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loyihaning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interfeys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qurildi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Server </a:t>
            </a:r>
            <a:r>
              <a:rPr lang="en-US" sz="16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qismi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NodeJs</a:t>
            </a:r>
            <a:r>
              <a:rPr lang="en-US" sz="1600" i="1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ExpressJs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qo’shimcha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bir-nechta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kutubxonalar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yordamida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tizimning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server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qismi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tuzildi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6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Xulosa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837592" y="3297115"/>
            <a:ext cx="8748346" cy="3006970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Loyihani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bajarish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davomida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men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hozirda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bizning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maktablarda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avtomatlashtirishni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qanchalik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ahamiyatga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egaligi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Bunday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tizimlardan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o’qtuvchilar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xodimlar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samarali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foydalanish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kerakligi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, Hali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bizning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maktab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faoliyati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avtomatlashtirishda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bajariladigan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ishlar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ko’pligini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tushunib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yetdim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3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1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2149</TotalTime>
  <Words>817</Words>
  <Application>Microsoft Office PowerPoint</Application>
  <PresentationFormat>Широкоэкранный</PresentationFormat>
  <Paragraphs>38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Совет директоров</vt:lpstr>
      <vt:lpstr>Farg’ona viloyati Bag’dod tumani 46 – maktab veb saytini yaratish</vt:lpstr>
      <vt:lpstr>Mavzuning dolzarbligi:</vt:lpstr>
      <vt:lpstr>Mavzuning maqsadi:</vt:lpstr>
      <vt:lpstr>Uning vazifalari:</vt:lpstr>
      <vt:lpstr>Maktab faoliyatini avtomatlashtirishni salbiy taraflari va kamchiliklari</vt:lpstr>
      <vt:lpstr>Kamchiliklari:</vt:lpstr>
      <vt:lpstr>Tadqiqot ob’yektining qisqacha tavsifi:</vt:lpstr>
      <vt:lpstr>46 – maktab veb saytini yaratish uchun foydalanilgan texnologiylar</vt:lpstr>
      <vt:lpstr>Xulosa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</dc:title>
  <dc:creator>Azizbek Yunusov</dc:creator>
  <cp:lastModifiedBy>Azizbek Yunusov</cp:lastModifiedBy>
  <cp:revision>58</cp:revision>
  <dcterms:created xsi:type="dcterms:W3CDTF">2023-05-18T15:02:50Z</dcterms:created>
  <dcterms:modified xsi:type="dcterms:W3CDTF">2023-06-06T10:15:19Z</dcterms:modified>
</cp:coreProperties>
</file>